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857" autoAdjust="0"/>
  </p:normalViewPr>
  <p:slideViewPr>
    <p:cSldViewPr snapToGrid="0" snapToObjects="1">
      <p:cViewPr varScale="1">
        <p:scale>
          <a:sx n="127" d="100"/>
          <a:sy n="127" d="100"/>
        </p:scale>
        <p:origin x="15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48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みんな、こんにちは！ 専門学校 北海道サイバークリエイターズ大学校で教員をしている、佐々木博幸です。うちの学校は、ゲーム、CG、そしてIT・AI を専門的に学べる学校だよ。ゲームクリエイター学科では、企画からプログラム、グラフィックまで、遊べるゲームを自分たちの手で作る。CGデザイナー学科では、3DCGやイラスト、映像で、頭の中のイメージを形にする。情報システム学科では、プログラミングやネットワーク、AI を学んで、社会を動かすしくみを作るよ。就職率は100%。最新のノートPCを一人一台貸し出していて、業界の企業とも直接つながりながら学べるんだ。今日みんなが作るガチャも、実はゲームづくりの第一歩。楽しんでいこ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shida-hcc.j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94B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👋 先生の自己紹介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専門学校 北海道サイバークリエイターズ大学校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佐々木 博幸</a:t>
            </a:r>
            <a:r>
              <a:rPr lang="en-US" sz="2000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教員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14516" y="995429"/>
            <a:ext cx="3776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i="1" dirty="0">
                <a:solidFill>
                  <a:srgbClr val="FFD7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入学時の夢を</a:t>
            </a:r>
            <a:endParaRPr lang="en-US" sz="3000" dirty="0"/>
          </a:p>
          <a:p>
            <a:pPr marL="0" indent="0" algn="r">
              <a:buNone/>
            </a:pPr>
            <a:r>
              <a:rPr lang="en-US" sz="3000" b="1" i="1" dirty="0">
                <a:solidFill>
                  <a:srgbClr val="FFD7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実現する！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ゲーム・CG・IT／AI を、専門的に学べる学校です</a:t>
            </a:r>
            <a:endParaRPr lang="en-US" sz="2000" dirty="0"/>
          </a:p>
        </p:txBody>
      </p:sp>
      <p:sp>
        <p:nvSpPr>
          <p:cNvPr id="8" name="dept-card-1"/>
          <p:cNvSpPr/>
          <p:nvPr/>
        </p:nvSpPr>
        <p:spPr>
          <a:xfrm>
            <a:off x="548640" y="301752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2E2B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dept-icon-1"/>
          <p:cNvSpPr/>
          <p:nvPr/>
        </p:nvSpPr>
        <p:spPr>
          <a:xfrm>
            <a:off x="822960" y="3291840"/>
            <a:ext cx="731520" cy="731520"/>
          </a:xfrm>
          <a:prstGeom prst="ellipse">
            <a:avLst/>
          </a:prstGeom>
          <a:solidFill>
            <a:srgbClr val="9966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🎮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ゲーム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730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ゲームクリエイター学科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06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企画・プログラム・グラフィック。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遊べるゲームを自分たちで作る</a:t>
            </a:r>
            <a:endParaRPr lang="en-US" sz="1400" dirty="0"/>
          </a:p>
        </p:txBody>
      </p:sp>
      <p:sp>
        <p:nvSpPr>
          <p:cNvPr id="14" name="dept-card-2"/>
          <p:cNvSpPr/>
          <p:nvPr/>
        </p:nvSpPr>
        <p:spPr>
          <a:xfrm>
            <a:off x="4334256" y="301752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2E2B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dept-icon-2"/>
          <p:cNvSpPr/>
          <p:nvPr/>
        </p:nvSpPr>
        <p:spPr>
          <a:xfrm>
            <a:off x="4608576" y="3291840"/>
            <a:ext cx="731520" cy="73152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4608576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🎨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522976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CG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522976" y="3730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CGデザイナー学科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08576" y="4206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3DCG・イラスト・映像。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頭の中のイメージを形にする</a:t>
            </a:r>
            <a:endParaRPr lang="en-US" sz="1400" dirty="0"/>
          </a:p>
        </p:txBody>
      </p:sp>
      <p:sp>
        <p:nvSpPr>
          <p:cNvPr id="20" name="dept-card-3"/>
          <p:cNvSpPr/>
          <p:nvPr/>
        </p:nvSpPr>
        <p:spPr>
          <a:xfrm>
            <a:off x="8119872" y="301752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2E2B6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dept-icon-3"/>
          <p:cNvSpPr/>
          <p:nvPr/>
        </p:nvSpPr>
        <p:spPr>
          <a:xfrm>
            <a:off x="8394192" y="3291840"/>
            <a:ext cx="731520" cy="73152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8394192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🤖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IT・AI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308592" y="3730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情報システム学科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4206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プログラミング・AI・ネットワーク。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社会を動かすしくみを作る</a:t>
            </a:r>
            <a:endParaRPr lang="en-US" sz="1400" dirty="0"/>
          </a:p>
        </p:txBody>
      </p:sp>
      <p:sp>
        <p:nvSpPr>
          <p:cNvPr id="26" name="stat-1"/>
          <p:cNvSpPr/>
          <p:nvPr/>
        </p:nvSpPr>
        <p:spPr>
          <a:xfrm>
            <a:off x="548640" y="5349240"/>
            <a:ext cx="3520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731520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100%</a:t>
            </a: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就職率</a:t>
            </a:r>
            <a:endParaRPr lang="en-US" sz="2400" dirty="0"/>
          </a:p>
        </p:txBody>
      </p:sp>
      <p:sp>
        <p:nvSpPr>
          <p:cNvPr id="28" name="stat-2"/>
          <p:cNvSpPr/>
          <p:nvPr/>
        </p:nvSpPr>
        <p:spPr>
          <a:xfrm>
            <a:off x="4334256" y="5349240"/>
            <a:ext cx="3520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4517136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1人1台</a:t>
            </a: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ノートPC貸与</a:t>
            </a:r>
            <a:endParaRPr lang="en-US" sz="2400" dirty="0"/>
          </a:p>
        </p:txBody>
      </p:sp>
      <p:sp>
        <p:nvSpPr>
          <p:cNvPr id="30" name="stat-3"/>
          <p:cNvSpPr/>
          <p:nvPr/>
        </p:nvSpPr>
        <p:spPr>
          <a:xfrm>
            <a:off x="8119872" y="5349240"/>
            <a:ext cx="3520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 txBox="1"/>
          <p:nvPr/>
        </p:nvSpPr>
        <p:spPr>
          <a:xfrm>
            <a:off x="8302752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3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PROLINK</a:t>
            </a:r>
            <a:r>
              <a:rPr lang="en-US" sz="1400" dirty="0">
                <a:solidFill>
                  <a:srgbClr val="6B6B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業界と連携</a:t>
            </a:r>
            <a:endParaRPr lang="en-US" sz="2400" dirty="0"/>
          </a:p>
        </p:txBody>
      </p:sp>
      <p:sp>
        <p:nvSpPr>
          <p:cNvPr id="32" name="Text 30">
            <a:hlinkClick r:id="rId3"/>
          </p:cNvPr>
          <p:cNvSpPr txBox="1"/>
          <p:nvPr/>
        </p:nvSpPr>
        <p:spPr>
          <a:xfrm>
            <a:off x="548640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CFCBF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yoshida-hcc.jp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6263640"/>
            <a:ext cx="6885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D7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🎰 今日作るガチャも、ゲームづくりの第一歩！</a:t>
            </a:r>
            <a:endParaRPr lang="en-US" sz="1400" dirty="0"/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D0B4D10B-9797-10A7-0F35-8188C08AD307}"/>
              </a:ext>
            </a:extLst>
          </p:cNvPr>
          <p:cNvGrpSpPr/>
          <p:nvPr/>
        </p:nvGrpSpPr>
        <p:grpSpPr>
          <a:xfrm>
            <a:off x="10162668" y="24658"/>
            <a:ext cx="1937657" cy="2061082"/>
            <a:chOff x="10162668" y="24658"/>
            <a:chExt cx="1937657" cy="2061082"/>
          </a:xfrm>
        </p:grpSpPr>
        <p:sp>
          <p:nvSpPr>
            <p:cNvPr id="36" name="楕円 35">
              <a:extLst>
                <a:ext uri="{FF2B5EF4-FFF2-40B4-BE49-F238E27FC236}">
                  <a16:creationId xmlns:a16="http://schemas.microsoft.com/office/drawing/2014/main" id="{2405FBC7-783A-6751-7B62-449165BDF647}"/>
                </a:ext>
              </a:extLst>
            </p:cNvPr>
            <p:cNvSpPr/>
            <p:nvPr/>
          </p:nvSpPr>
          <p:spPr>
            <a:xfrm>
              <a:off x="10277554" y="65316"/>
              <a:ext cx="1707887" cy="20204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1"/>
                </a:solidFill>
              </a:endParaRPr>
            </a:p>
          </p:txBody>
        </p:sp>
        <p:pic>
          <p:nvPicPr>
            <p:cNvPr id="35" name="図 34" descr="The image depicts a person wearing a green shirt and a blue tie, with long, black hair.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994D94B3-B232-2307-4A68-ABC4F4BC5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668" y="24658"/>
              <a:ext cx="1937657" cy="19376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138</Words>
  <Application>Microsoft Office PowerPoint</Application>
  <PresentationFormat>ワイド画面</PresentationFormat>
  <Paragraphs>28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BIZ UDPGothic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学校紹介 ― 北海道サイバークリエイターズ大学校</dc:title>
  <dc:subject>PptxGenJS Presentation</dc:subject>
  <dc:creator>佐々木博幸</dc:creator>
  <cp:lastModifiedBy>佐々木 博幸</cp:lastModifiedBy>
  <cp:revision>2</cp:revision>
  <dcterms:created xsi:type="dcterms:W3CDTF">2026-10-04T07:42:57Z</dcterms:created>
  <dcterms:modified xsi:type="dcterms:W3CDTF">2026-10-04T11:31:23Z</dcterms:modified>
</cp:coreProperties>
</file>